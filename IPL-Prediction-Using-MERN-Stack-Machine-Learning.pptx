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Open Sans" panose="020B0606030504020204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06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9459" y="817721"/>
            <a:ext cx="7817882" cy="177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IPL Prediction Using MERN Stack &amp; Machine Learning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149459" y="3641895"/>
            <a:ext cx="3942040" cy="47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by:</a:t>
            </a:r>
          </a:p>
          <a:p>
            <a:pPr marL="0" indent="0">
              <a:lnSpc>
                <a:spcPts val="3700"/>
              </a:lnSpc>
              <a:buNone/>
            </a:pP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249820" y="4477465"/>
            <a:ext cx="4760714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6A688"/>
                </a:solidFill>
                <a:latin typeface="Unbounded Bold" pitchFamily="34" charset="0"/>
                <a:ea typeface="Unbounded Bold" pitchFamily="34" charset="-122"/>
              </a:rPr>
              <a:t>BOKKA HITESH REDDY(23BD1A662A)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149459" y="6535817"/>
            <a:ext cx="4652367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149459" y="7115889"/>
            <a:ext cx="3627239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094" y="590788"/>
            <a:ext cx="7643813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Components &amp; Features</a:t>
            </a:r>
          </a:p>
        </p:txBody>
      </p:sp>
      <p:sp>
        <p:nvSpPr>
          <p:cNvPr id="4" name="Shape 1"/>
          <p:cNvSpPr/>
          <p:nvPr/>
        </p:nvSpPr>
        <p:spPr>
          <a:xfrm>
            <a:off x="750094" y="2492812"/>
            <a:ext cx="375047" cy="375047"/>
          </a:xfrm>
          <a:prstGeom prst="roundRect">
            <a:avLst>
              <a:gd name="adj" fmla="val 2400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39453" y="2492812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Collection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339453" y="2956203"/>
            <a:ext cx="312539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system gathers data from various sources like official IPL websites, news articles, social media, and historical match statistics.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9156" y="2492812"/>
            <a:ext cx="375047" cy="375047"/>
          </a:xfrm>
          <a:prstGeom prst="roundRect">
            <a:avLst>
              <a:gd name="adj" fmla="val 2400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68516" y="2492812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Preprocessing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268516" y="2956203"/>
            <a:ext cx="312539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is cleaned, transformed, and prepared for analysis, ensuring accuracy and reliability.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0094" y="5126117"/>
            <a:ext cx="375047" cy="375047"/>
          </a:xfrm>
          <a:prstGeom prst="roundRect">
            <a:avLst>
              <a:gd name="adj" fmla="val 2400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9453" y="5126117"/>
            <a:ext cx="3125391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Learning Models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39453" y="5924312"/>
            <a:ext cx="312539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Sophisticated machine learning algorithms are trained on the processed data to identify patterns and make predictions.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679156" y="5126117"/>
            <a:ext cx="375047" cy="375047"/>
          </a:xfrm>
          <a:prstGeom prst="roundRect">
            <a:avLst>
              <a:gd name="adj" fmla="val 2400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68516" y="5126117"/>
            <a:ext cx="2934772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Prediction Engine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268516" y="5589508"/>
            <a:ext cx="312539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generates predictions for match outcomes based on input parameters and trained data.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170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Technologies Used and Detailed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06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		MERN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873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MongoDB: NoSQL database for storing and managing diverse data types.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924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Express.js: Fast and efficient web application framework for building API endpoints.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975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HTML, CSS, Bootstrap: dynamic and user-friendly web interfaces.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2026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Node.js: Runtime environment for executing JavaScript code on the server side.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206234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	     Machine Learning 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1417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Algorithm: Predict match outcomes based on historical data and players performance.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94680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complex patterns in data to enhance prediction accuracy.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75190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Predicts by using  IPL match input data provided 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88" y="2731175"/>
            <a:ext cx="4919305" cy="27671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Architecture Diagram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architecture is designed for scalability and efficiency, allowing for future growth and improvement.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65967"/>
            <a:ext cx="6967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Real-Life Use Cases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14907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349341"/>
            <a:ext cx="28572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Fantasy Cricket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839760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Players can leverage prediction insights to make informed decisions while selecting their fantasy teams, leading to improved performance.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114907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349341"/>
            <a:ext cx="29342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Betting Markets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283976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Sports betting platforms can utilize prediction models to provide more accurate odds and enhance user engagement.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78423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712857"/>
            <a:ext cx="30315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Fan Engagement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203275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fans with insightful predictions, enhancing their experience and increasing their interest in the game.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737" y="592931"/>
            <a:ext cx="7634526" cy="134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Potential Future Upgrades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37" y="2264093"/>
            <a:ext cx="1078230" cy="17250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6341" y="2479715"/>
            <a:ext cx="330124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Sentiment Analysis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2156341" y="2945963"/>
            <a:ext cx="6232922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public sentiment towards teams and players to identify potential shifts in performance.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37" y="3989189"/>
            <a:ext cx="1078230" cy="17250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6341" y="4204811"/>
            <a:ext cx="453259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Real-Time Data Integration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2156341" y="4671060"/>
            <a:ext cx="6232922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real-time match data like player performance and weather conditions to enhance predictions.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737" y="5714286"/>
            <a:ext cx="1078230" cy="19242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6341" y="5929908"/>
            <a:ext cx="6232922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Machine Learning Techniques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2156341" y="6733103"/>
            <a:ext cx="6232922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Experiment with more sophisticated algorithms to further enhance prediction accuracy.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644985"/>
            <a:ext cx="11150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 and Key Takeaways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6939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system combines MERN stack development, machine learning  to create a powerful IPL prediction engine, offering valuable insights for fans, players, and industry stakeholders.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375</Words>
  <Application>Microsoft Office PowerPoint</Application>
  <PresentationFormat>Custom</PresentationFormat>
  <Paragraphs>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Unbounded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NIHAL CHANDRA</cp:lastModifiedBy>
  <cp:revision>3</cp:revision>
  <dcterms:created xsi:type="dcterms:W3CDTF">2024-12-11T05:11:08Z</dcterms:created>
  <dcterms:modified xsi:type="dcterms:W3CDTF">2025-10-24T08:04:26Z</dcterms:modified>
</cp:coreProperties>
</file>